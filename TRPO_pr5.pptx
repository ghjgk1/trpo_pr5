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451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C8CA8-9817-48D4-8F0C-3AD8B5824D80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565D1-B8CB-446D-8FA8-45B5036C97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1602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C8CA8-9817-48D4-8F0C-3AD8B5824D80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565D1-B8CB-446D-8FA8-45B5036C97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1765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C8CA8-9817-48D4-8F0C-3AD8B5824D80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565D1-B8CB-446D-8FA8-45B5036C97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9635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C8CA8-9817-48D4-8F0C-3AD8B5824D80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565D1-B8CB-446D-8FA8-45B5036C97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4129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C8CA8-9817-48D4-8F0C-3AD8B5824D80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565D1-B8CB-446D-8FA8-45B5036C97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0592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C8CA8-9817-48D4-8F0C-3AD8B5824D80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565D1-B8CB-446D-8FA8-45B5036C97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6693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C8CA8-9817-48D4-8F0C-3AD8B5824D80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565D1-B8CB-446D-8FA8-45B5036C97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1848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C8CA8-9817-48D4-8F0C-3AD8B5824D80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565D1-B8CB-446D-8FA8-45B5036C97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9138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C8CA8-9817-48D4-8F0C-3AD8B5824D80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565D1-B8CB-446D-8FA8-45B5036C97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7097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C8CA8-9817-48D4-8F0C-3AD8B5824D80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565D1-B8CB-446D-8FA8-45B5036C97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2758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C8CA8-9817-48D4-8F0C-3AD8B5824D80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565D1-B8CB-446D-8FA8-45B5036C97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52480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C8CA8-9817-48D4-8F0C-3AD8B5824D80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565D1-B8CB-446D-8FA8-45B5036C97D7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805408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C8CA8-9817-48D4-8F0C-3AD8B5824D80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565D1-B8CB-446D-8FA8-45B5036C97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24280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C8CA8-9817-48D4-8F0C-3AD8B5824D80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565D1-B8CB-446D-8FA8-45B5036C97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5041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C8CA8-9817-48D4-8F0C-3AD8B5824D80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565D1-B8CB-446D-8FA8-45B5036C97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64575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C8CA8-9817-48D4-8F0C-3AD8B5824D80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565D1-B8CB-446D-8FA8-45B5036C97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49110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C8CA8-9817-48D4-8F0C-3AD8B5824D80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565D1-B8CB-446D-8FA8-45B5036C97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5637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04AC8CA8-9817-48D4-8F0C-3AD8B5824D80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A565D1-B8CB-446D-8FA8-45B5036C97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40605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2BF66F-3AF7-4BAA-93F2-FD96D5BDC0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UML-</a:t>
            </a: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ДИАГРАММЫ</a:t>
            </a:r>
            <a:b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</a:b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«АТЕЛЬЕ»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7E91B1B-BB28-4462-BDA6-692FA9AACA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Выполнил студент: Никитин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С.а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Группа: ПР-41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8266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D732AB-BBF3-4B0A-8792-304CB8D3E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latin typeface="Arial Black" panose="020B0A04020102020204" pitchFamily="34" charset="0"/>
              </a:rPr>
              <a:t>UML-</a:t>
            </a:r>
            <a:r>
              <a:rPr lang="ru-RU" sz="4400" dirty="0">
                <a:latin typeface="Arial Black" panose="020B0A04020102020204" pitchFamily="34" charset="0"/>
              </a:rPr>
              <a:t>ДИАГРАММА ПРЕЦЕДЕНТОВ 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80D5069-FE6F-4949-B870-F257B85B63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4440" y="599101"/>
            <a:ext cx="4436773" cy="5659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708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4AF881-E426-4D68-88F4-F8344D413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6253" y="850853"/>
            <a:ext cx="7899567" cy="1400530"/>
          </a:xfrm>
        </p:spPr>
        <p:txBody>
          <a:bodyPr/>
          <a:lstStyle/>
          <a:p>
            <a:r>
              <a:rPr lang="en-US" sz="2800" dirty="0">
                <a:latin typeface="Arial Black" panose="020B0A04020102020204" pitchFamily="34" charset="0"/>
              </a:rPr>
              <a:t>UML-</a:t>
            </a:r>
            <a:r>
              <a:rPr lang="ru-RU" sz="2800" dirty="0">
                <a:latin typeface="Arial Black" panose="020B0A04020102020204" pitchFamily="34" charset="0"/>
              </a:rPr>
              <a:t>ДИАГРАММА ПОСЛЕДОВАТЕЛЬНОСТЕЙ</a:t>
            </a:r>
            <a:endParaRPr lang="ru-RU" sz="3200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18DD970F-34D2-46F9-8489-49BA11F9A2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-217" t="113" r="217" b="37543"/>
          <a:stretch/>
        </p:blipFill>
        <p:spPr>
          <a:xfrm>
            <a:off x="85686" y="130747"/>
            <a:ext cx="6185384" cy="3708706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966C289-C947-40D9-9A8E-53831B7FD50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5305"/>
          <a:stretch/>
        </p:blipFill>
        <p:spPr>
          <a:xfrm>
            <a:off x="5318975" y="3839453"/>
            <a:ext cx="6718160" cy="288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282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4AF881-E426-4D68-88F4-F8344D413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5763" y="182279"/>
            <a:ext cx="7899567" cy="1400530"/>
          </a:xfrm>
        </p:spPr>
        <p:txBody>
          <a:bodyPr/>
          <a:lstStyle/>
          <a:p>
            <a:r>
              <a:rPr lang="en-US" sz="2800" dirty="0">
                <a:latin typeface="Arial Black" panose="020B0A04020102020204" pitchFamily="34" charset="0"/>
              </a:rPr>
              <a:t>UML-</a:t>
            </a:r>
            <a:r>
              <a:rPr lang="ru-RU" sz="2800" dirty="0">
                <a:latin typeface="Arial Black" panose="020B0A04020102020204" pitchFamily="34" charset="0"/>
              </a:rPr>
              <a:t>ДИАГРАММА </a:t>
            </a:r>
            <a:br>
              <a:rPr lang="ru-RU" sz="2800" dirty="0">
                <a:latin typeface="Arial Black" panose="020B0A04020102020204" pitchFamily="34" charset="0"/>
              </a:rPr>
            </a:br>
            <a:r>
              <a:rPr lang="ru-RU" sz="2800" dirty="0">
                <a:latin typeface="Arial Black" panose="020B0A04020102020204" pitchFamily="34" charset="0"/>
              </a:rPr>
              <a:t>ДЕЯТЕЛЬНОСТИ</a:t>
            </a:r>
            <a:endParaRPr lang="ru-RU" sz="3200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BD56116-B803-493B-B14E-B49E88C06C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B9CD96E-5971-4099-B000-CBD2D775B9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960" y="166885"/>
            <a:ext cx="3705742" cy="6011114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11892A0-B0F0-408D-A302-E058E28140E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216" b="3309"/>
          <a:stretch/>
        </p:blipFill>
        <p:spPr>
          <a:xfrm>
            <a:off x="4578631" y="1342934"/>
            <a:ext cx="4328651" cy="5164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81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4AF881-E426-4D68-88F4-F8344D413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7391" y="136231"/>
            <a:ext cx="7899567" cy="1400530"/>
          </a:xfrm>
        </p:spPr>
        <p:txBody>
          <a:bodyPr/>
          <a:lstStyle/>
          <a:p>
            <a:r>
              <a:rPr lang="en-US" sz="2800" dirty="0">
                <a:latin typeface="Arial Black" panose="020B0A04020102020204" pitchFamily="34" charset="0"/>
              </a:rPr>
              <a:t>UML-</a:t>
            </a:r>
            <a:r>
              <a:rPr lang="ru-RU" sz="2800" dirty="0">
                <a:latin typeface="Arial Black" panose="020B0A04020102020204" pitchFamily="34" charset="0"/>
              </a:rPr>
              <a:t>ДИАГРАММА </a:t>
            </a:r>
            <a:br>
              <a:rPr lang="ru-RU" sz="2800" dirty="0">
                <a:latin typeface="Arial Black" panose="020B0A04020102020204" pitchFamily="34" charset="0"/>
              </a:rPr>
            </a:br>
            <a:r>
              <a:rPr lang="ru-RU" sz="2800" dirty="0">
                <a:latin typeface="Arial Black" panose="020B0A04020102020204" pitchFamily="34" charset="0"/>
              </a:rPr>
              <a:t>СОСТОЯНИЙ</a:t>
            </a:r>
            <a:endParaRPr lang="ru-RU" sz="3200" dirty="0"/>
          </a:p>
        </p:txBody>
      </p:sp>
      <p:pic>
        <p:nvPicPr>
          <p:cNvPr id="3" name="Объект 2">
            <a:extLst>
              <a:ext uri="{FF2B5EF4-FFF2-40B4-BE49-F238E27FC236}">
                <a16:creationId xmlns:a16="http://schemas.microsoft.com/office/drawing/2014/main" id="{49711082-074C-4CB0-BF7F-8B7EE3BDC2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12" y="182278"/>
            <a:ext cx="4241423" cy="6518469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1240BE3-7579-41BA-BBD5-72B0C38A45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2228" y="1059123"/>
            <a:ext cx="4996339" cy="5700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65545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20</TotalTime>
  <Words>23</Words>
  <Application>Microsoft Office PowerPoint</Application>
  <PresentationFormat>Широкоэкранный</PresentationFormat>
  <Paragraphs>7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0" baseType="lpstr">
      <vt:lpstr>Arial</vt:lpstr>
      <vt:lpstr>Arial Black</vt:lpstr>
      <vt:lpstr>Century Gothic</vt:lpstr>
      <vt:lpstr>Wingdings 3</vt:lpstr>
      <vt:lpstr>Ион</vt:lpstr>
      <vt:lpstr>UML-ДИАГРАММЫ «АТЕЛЬЕ»</vt:lpstr>
      <vt:lpstr>UML-ДИАГРАММА ПРЕЦЕДЕНТОВ </vt:lpstr>
      <vt:lpstr>UML-ДИАГРАММА ПОСЛЕДОВАТЕЛЬНОСТЕЙ</vt:lpstr>
      <vt:lpstr>UML-ДИАГРАММА  ДЕЯТЕЛЬНОСТИ</vt:lpstr>
      <vt:lpstr>UML-ДИАГРАММА  СОСТОЯНИЙ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UML-ДИАГРАММЫ «АТЕЛЬЕ»</dc:title>
  <dc:creator>st310-10</dc:creator>
  <cp:lastModifiedBy>st310-10</cp:lastModifiedBy>
  <cp:revision>3</cp:revision>
  <dcterms:created xsi:type="dcterms:W3CDTF">2025-12-18T05:46:53Z</dcterms:created>
  <dcterms:modified xsi:type="dcterms:W3CDTF">2025-12-18T06:07:34Z</dcterms:modified>
</cp:coreProperties>
</file>